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Q3 claims by line of business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claims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Auto</c:v>
                </c:pt>
                <c:pt idx="1">
                  <c:v>Home</c:v>
                </c:pt>
                <c:pt idx="2">
                  <c:v>Commercial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23100</c:v>
                </c:pt>
                <c:pt idx="1">
                  <c:v>14200</c:v>
                </c:pt>
                <c:pt idx="2">
                  <c:v>6260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NPS gain came mostly from the new self-service claims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APAC hiring budget was approved by the board on 14 September.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Claims and Underwriting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ratio: 61.4% (target 63%)</a:t>
            </a:r>
          </a:p>
          <a:p>
            <a:pPr/>
            <a:r>
              <a:t>Net promoter score: 48, up from 41 in Q2</a:t>
            </a:r>
          </a:p>
          <a:p>
            <a:pPr/>
            <a:r>
              <a:t>Average claim cycle time: 9.2 days</a:t>
            </a:r>
          </a:p>
          <a:p>
            <a:pPr lvl="1"/>
            <a:r>
              <a:t>Fast-track claims: 2.1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volume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LATAM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21208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DriveWise telematics in EMEA</a:t>
            </a:r>
          </a:p>
          <a:p>
            <a:pPr lvl="1"/>
            <a:r>
              <a:t>Pilot in Germany and the Netherlands from November</a:t>
            </a:r>
          </a:p>
          <a:p>
            <a:pPr/>
            <a:r>
              <a:t>Cut fast-track cycle time to under 2 days</a:t>
            </a:r>
          </a:p>
          <a:p>
            <a:pPr/>
            <a:r>
              <a:t>Hire 40 field adjusters in APAC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Business Review</dc:title>
  <dc:subject/>
  <dc:creator>Northwind Mutual Strategy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